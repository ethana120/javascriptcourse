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86" r:id="rId4"/>
  </p:sldMasterIdLst>
  <p:notesMasterIdLst>
    <p:notesMasterId r:id="rId6"/>
  </p:notesMasterIdLst>
  <p:handoutMasterIdLst>
    <p:handoutMasterId r:id="rId7"/>
  </p:handoutMasterIdLst>
  <p:sldIdLst>
    <p:sldId id="1620" r:id="rId5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96BE"/>
    <a:srgbClr val="023F40"/>
    <a:srgbClr val="9FDF9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BE1E555-D308-46AD-A600-D0E1C9D67078}" v="25" dt="2025-03-29T09:33:58.37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סגנון ביניים 2 - הדגשה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5005" autoAdjust="0"/>
    <p:restoredTop sz="94660"/>
  </p:normalViewPr>
  <p:slideViewPr>
    <p:cSldViewPr snapToGrid="0">
      <p:cViewPr>
        <p:scale>
          <a:sx n="75" d="100"/>
          <a:sy n="75" d="100"/>
        </p:scale>
        <p:origin x="948" y="-2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46" d="100"/>
          <a:sy n="46" d="100"/>
        </p:scale>
        <p:origin x="2728" y="5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aara Aldema" userId="0dceeade-2e6c-492b-8940-d2681331bf29" providerId="ADAL" clId="{6BE1E555-D308-46AD-A600-D0E1C9D67078}"/>
    <pc:docChg chg="undo custSel addSld delSld modSld delMainMaster modMainMaster modHandout">
      <pc:chgData name="Yaara Aldema" userId="0dceeade-2e6c-492b-8940-d2681331bf29" providerId="ADAL" clId="{6BE1E555-D308-46AD-A600-D0E1C9D67078}" dt="2025-03-30T06:43:23.689" v="854" actId="47"/>
      <pc:docMkLst>
        <pc:docMk/>
      </pc:docMkLst>
      <pc:sldChg chg="addSp delSp modSp mod">
        <pc:chgData name="Yaara Aldema" userId="0dceeade-2e6c-492b-8940-d2681331bf29" providerId="ADAL" clId="{6BE1E555-D308-46AD-A600-D0E1C9D67078}" dt="2025-03-30T05:49:13.272" v="852" actId="20577"/>
        <pc:sldMkLst>
          <pc:docMk/>
          <pc:sldMk cId="3364555018" sldId="1620"/>
        </pc:sldMkLst>
        <pc:spChg chg="add mod">
          <ac:chgData name="Yaara Aldema" userId="0dceeade-2e6c-492b-8940-d2681331bf29" providerId="ADAL" clId="{6BE1E555-D308-46AD-A600-D0E1C9D67078}" dt="2025-03-29T09:09:49.817" v="58"/>
          <ac:spMkLst>
            <pc:docMk/>
            <pc:sldMk cId="3364555018" sldId="1620"/>
            <ac:spMk id="3" creationId="{FD7ADFCC-0E3D-C5F9-D527-BE0FFB4D822A}"/>
          </ac:spMkLst>
        </pc:spChg>
        <pc:spChg chg="del mod">
          <ac:chgData name="Yaara Aldema" userId="0dceeade-2e6c-492b-8940-d2681331bf29" providerId="ADAL" clId="{6BE1E555-D308-46AD-A600-D0E1C9D67078}" dt="2025-03-29T09:09:54.006" v="59" actId="478"/>
          <ac:spMkLst>
            <pc:docMk/>
            <pc:sldMk cId="3364555018" sldId="1620"/>
            <ac:spMk id="4" creationId="{5C3D66B9-B206-4AF3-9B15-B8902BAB6791}"/>
          </ac:spMkLst>
        </pc:spChg>
        <pc:spChg chg="del">
          <ac:chgData name="Yaara Aldema" userId="0dceeade-2e6c-492b-8940-d2681331bf29" providerId="ADAL" clId="{6BE1E555-D308-46AD-A600-D0E1C9D67078}" dt="2025-03-29T09:06:36.235" v="4" actId="478"/>
          <ac:spMkLst>
            <pc:docMk/>
            <pc:sldMk cId="3364555018" sldId="1620"/>
            <ac:spMk id="5" creationId="{1D7F6ED0-2F0E-9799-CF8C-5D872FE35357}"/>
          </ac:spMkLst>
        </pc:spChg>
        <pc:spChg chg="del mod">
          <ac:chgData name="Yaara Aldema" userId="0dceeade-2e6c-492b-8940-d2681331bf29" providerId="ADAL" clId="{6BE1E555-D308-46AD-A600-D0E1C9D67078}" dt="2025-03-29T09:06:38.556" v="6" actId="478"/>
          <ac:spMkLst>
            <pc:docMk/>
            <pc:sldMk cId="3364555018" sldId="1620"/>
            <ac:spMk id="7" creationId="{BE01F2A8-880F-F92D-6B04-DA36C26F9C45}"/>
          </ac:spMkLst>
        </pc:spChg>
        <pc:spChg chg="del topLvl">
          <ac:chgData name="Yaara Aldema" userId="0dceeade-2e6c-492b-8940-d2681331bf29" providerId="ADAL" clId="{6BE1E555-D308-46AD-A600-D0E1C9D67078}" dt="2025-03-29T09:06:42.930" v="7" actId="478"/>
          <ac:spMkLst>
            <pc:docMk/>
            <pc:sldMk cId="3364555018" sldId="1620"/>
            <ac:spMk id="11" creationId="{475861B7-7998-7ED4-3ABD-4B81488A9488}"/>
          </ac:spMkLst>
        </pc:spChg>
        <pc:spChg chg="mod">
          <ac:chgData name="Yaara Aldema" userId="0dceeade-2e6c-492b-8940-d2681331bf29" providerId="ADAL" clId="{6BE1E555-D308-46AD-A600-D0E1C9D67078}" dt="2025-03-29T09:34:57.240" v="808" actId="20577"/>
          <ac:spMkLst>
            <pc:docMk/>
            <pc:sldMk cId="3364555018" sldId="1620"/>
            <ac:spMk id="18" creationId="{21DC118F-A6E9-D6CC-7D9C-5C9EA2E60E45}"/>
          </ac:spMkLst>
        </pc:spChg>
        <pc:spChg chg="mod">
          <ac:chgData name="Yaara Aldema" userId="0dceeade-2e6c-492b-8940-d2681331bf29" providerId="ADAL" clId="{6BE1E555-D308-46AD-A600-D0E1C9D67078}" dt="2025-03-29T09:09:49.817" v="58"/>
          <ac:spMkLst>
            <pc:docMk/>
            <pc:sldMk cId="3364555018" sldId="1620"/>
            <ac:spMk id="20" creationId="{976CC275-0DAD-8FBF-CCD7-0B329CCBD2BA}"/>
          </ac:spMkLst>
        </pc:spChg>
        <pc:spChg chg="mod">
          <ac:chgData name="Yaara Aldema" userId="0dceeade-2e6c-492b-8940-d2681331bf29" providerId="ADAL" clId="{6BE1E555-D308-46AD-A600-D0E1C9D67078}" dt="2025-03-29T09:09:49.817" v="58"/>
          <ac:spMkLst>
            <pc:docMk/>
            <pc:sldMk cId="3364555018" sldId="1620"/>
            <ac:spMk id="21" creationId="{8FC0EA73-8F97-02FC-1F7D-9EE57D73D504}"/>
          </ac:spMkLst>
        </pc:spChg>
        <pc:spChg chg="mod">
          <ac:chgData name="Yaara Aldema" userId="0dceeade-2e6c-492b-8940-d2681331bf29" providerId="ADAL" clId="{6BE1E555-D308-46AD-A600-D0E1C9D67078}" dt="2025-03-29T09:09:49.817" v="58"/>
          <ac:spMkLst>
            <pc:docMk/>
            <pc:sldMk cId="3364555018" sldId="1620"/>
            <ac:spMk id="23" creationId="{C0EC90B1-33A2-067F-0CC0-CA807380B1AA}"/>
          </ac:spMkLst>
        </pc:spChg>
        <pc:spChg chg="mod">
          <ac:chgData name="Yaara Aldema" userId="0dceeade-2e6c-492b-8940-d2681331bf29" providerId="ADAL" clId="{6BE1E555-D308-46AD-A600-D0E1C9D67078}" dt="2025-03-29T09:09:49.817" v="58"/>
          <ac:spMkLst>
            <pc:docMk/>
            <pc:sldMk cId="3364555018" sldId="1620"/>
            <ac:spMk id="24" creationId="{A32DD75F-BAEB-63FA-0ED1-D247C7240099}"/>
          </ac:spMkLst>
        </pc:spChg>
        <pc:spChg chg="mod">
          <ac:chgData name="Yaara Aldema" userId="0dceeade-2e6c-492b-8940-d2681331bf29" providerId="ADAL" clId="{6BE1E555-D308-46AD-A600-D0E1C9D67078}" dt="2025-03-29T09:09:49.817" v="58"/>
          <ac:spMkLst>
            <pc:docMk/>
            <pc:sldMk cId="3364555018" sldId="1620"/>
            <ac:spMk id="30" creationId="{98CE20F7-F62B-4B44-A230-F45BDA0F35BA}"/>
          </ac:spMkLst>
        </pc:spChg>
        <pc:spChg chg="mod">
          <ac:chgData name="Yaara Aldema" userId="0dceeade-2e6c-492b-8940-d2681331bf29" providerId="ADAL" clId="{6BE1E555-D308-46AD-A600-D0E1C9D67078}" dt="2025-03-29T09:09:49.817" v="58"/>
          <ac:spMkLst>
            <pc:docMk/>
            <pc:sldMk cId="3364555018" sldId="1620"/>
            <ac:spMk id="47" creationId="{F0385914-DA09-A4C1-F8AE-6D9AFF99C2A8}"/>
          </ac:spMkLst>
        </pc:spChg>
        <pc:spChg chg="mod">
          <ac:chgData name="Yaara Aldema" userId="0dceeade-2e6c-492b-8940-d2681331bf29" providerId="ADAL" clId="{6BE1E555-D308-46AD-A600-D0E1C9D67078}" dt="2025-03-29T09:09:49.817" v="58"/>
          <ac:spMkLst>
            <pc:docMk/>
            <pc:sldMk cId="3364555018" sldId="1620"/>
            <ac:spMk id="48" creationId="{E061F4EC-C8B6-DAD0-C3CC-B129FF12F1B7}"/>
          </ac:spMkLst>
        </pc:spChg>
        <pc:spChg chg="mod">
          <ac:chgData name="Yaara Aldema" userId="0dceeade-2e6c-492b-8940-d2681331bf29" providerId="ADAL" clId="{6BE1E555-D308-46AD-A600-D0E1C9D67078}" dt="2025-03-29T09:09:49.817" v="58"/>
          <ac:spMkLst>
            <pc:docMk/>
            <pc:sldMk cId="3364555018" sldId="1620"/>
            <ac:spMk id="52" creationId="{7AF18488-EC92-25C7-B04B-C95F9D83F830}"/>
          </ac:spMkLst>
        </pc:spChg>
        <pc:spChg chg="mod">
          <ac:chgData name="Yaara Aldema" userId="0dceeade-2e6c-492b-8940-d2681331bf29" providerId="ADAL" clId="{6BE1E555-D308-46AD-A600-D0E1C9D67078}" dt="2025-03-29T09:09:49.817" v="58"/>
          <ac:spMkLst>
            <pc:docMk/>
            <pc:sldMk cId="3364555018" sldId="1620"/>
            <ac:spMk id="58" creationId="{46824488-7F17-E96C-AE88-08574075EE78}"/>
          </ac:spMkLst>
        </pc:spChg>
        <pc:spChg chg="add mod">
          <ac:chgData name="Yaara Aldema" userId="0dceeade-2e6c-492b-8940-d2681331bf29" providerId="ADAL" clId="{6BE1E555-D308-46AD-A600-D0E1C9D67078}" dt="2025-03-29T09:31:39.594" v="752" actId="20577"/>
          <ac:spMkLst>
            <pc:docMk/>
            <pc:sldMk cId="3364555018" sldId="1620"/>
            <ac:spMk id="60" creationId="{D57BD824-7896-AE28-EDA9-258E294E499A}"/>
          </ac:spMkLst>
        </pc:spChg>
        <pc:spChg chg="add mod">
          <ac:chgData name="Yaara Aldema" userId="0dceeade-2e6c-492b-8940-d2681331bf29" providerId="ADAL" clId="{6BE1E555-D308-46AD-A600-D0E1C9D67078}" dt="2025-03-29T09:12:38.469" v="133"/>
          <ac:spMkLst>
            <pc:docMk/>
            <pc:sldMk cId="3364555018" sldId="1620"/>
            <ac:spMk id="61" creationId="{98DC399E-D642-0E3E-D7A0-E4CEEB7E4AED}"/>
          </ac:spMkLst>
        </pc:spChg>
        <pc:spChg chg="mod">
          <ac:chgData name="Yaara Aldema" userId="0dceeade-2e6c-492b-8940-d2681331bf29" providerId="ADAL" clId="{6BE1E555-D308-46AD-A600-D0E1C9D67078}" dt="2025-03-29T09:12:38.469" v="133"/>
          <ac:spMkLst>
            <pc:docMk/>
            <pc:sldMk cId="3364555018" sldId="1620"/>
            <ac:spMk id="63" creationId="{94658177-CEBE-8397-86FA-5DE4D235FFC7}"/>
          </ac:spMkLst>
        </pc:spChg>
        <pc:spChg chg="mod">
          <ac:chgData name="Yaara Aldema" userId="0dceeade-2e6c-492b-8940-d2681331bf29" providerId="ADAL" clId="{6BE1E555-D308-46AD-A600-D0E1C9D67078}" dt="2025-03-29T09:12:38.469" v="133"/>
          <ac:spMkLst>
            <pc:docMk/>
            <pc:sldMk cId="3364555018" sldId="1620"/>
            <ac:spMk id="65" creationId="{125D90E0-B115-E98D-08F1-30D30BCCFAB7}"/>
          </ac:spMkLst>
        </pc:spChg>
        <pc:spChg chg="mod">
          <ac:chgData name="Yaara Aldema" userId="0dceeade-2e6c-492b-8940-d2681331bf29" providerId="ADAL" clId="{6BE1E555-D308-46AD-A600-D0E1C9D67078}" dt="2025-03-29T09:12:38.469" v="133"/>
          <ac:spMkLst>
            <pc:docMk/>
            <pc:sldMk cId="3364555018" sldId="1620"/>
            <ac:spMk id="67" creationId="{6B840FE5-04B5-E332-392B-4725D2555924}"/>
          </ac:spMkLst>
        </pc:spChg>
        <pc:spChg chg="mod">
          <ac:chgData name="Yaara Aldema" userId="0dceeade-2e6c-492b-8940-d2681331bf29" providerId="ADAL" clId="{6BE1E555-D308-46AD-A600-D0E1C9D67078}" dt="2025-03-29T09:12:38.469" v="133"/>
          <ac:spMkLst>
            <pc:docMk/>
            <pc:sldMk cId="3364555018" sldId="1620"/>
            <ac:spMk id="71" creationId="{1900FF74-A474-2F1C-5F7B-EC4CDB9B4222}"/>
          </ac:spMkLst>
        </pc:spChg>
        <pc:spChg chg="mod">
          <ac:chgData name="Yaara Aldema" userId="0dceeade-2e6c-492b-8940-d2681331bf29" providerId="ADAL" clId="{6BE1E555-D308-46AD-A600-D0E1C9D67078}" dt="2025-03-29T09:12:38.469" v="133"/>
          <ac:spMkLst>
            <pc:docMk/>
            <pc:sldMk cId="3364555018" sldId="1620"/>
            <ac:spMk id="75" creationId="{7E21DB5D-5E8E-7D3E-A895-BFCD8A4BDA82}"/>
          </ac:spMkLst>
        </pc:spChg>
        <pc:spChg chg="mod">
          <ac:chgData name="Yaara Aldema" userId="0dceeade-2e6c-492b-8940-d2681331bf29" providerId="ADAL" clId="{6BE1E555-D308-46AD-A600-D0E1C9D67078}" dt="2025-03-29T09:12:38.469" v="133"/>
          <ac:spMkLst>
            <pc:docMk/>
            <pc:sldMk cId="3364555018" sldId="1620"/>
            <ac:spMk id="77" creationId="{F2EAA616-D629-83FA-3B03-4CF0C6D99482}"/>
          </ac:spMkLst>
        </pc:spChg>
        <pc:spChg chg="mod">
          <ac:chgData name="Yaara Aldema" userId="0dceeade-2e6c-492b-8940-d2681331bf29" providerId="ADAL" clId="{6BE1E555-D308-46AD-A600-D0E1C9D67078}" dt="2025-03-29T09:12:38.469" v="133"/>
          <ac:spMkLst>
            <pc:docMk/>
            <pc:sldMk cId="3364555018" sldId="1620"/>
            <ac:spMk id="83" creationId="{277AEEC8-81B1-7826-B6D3-5566E2F57413}"/>
          </ac:spMkLst>
        </pc:spChg>
        <pc:spChg chg="mod">
          <ac:chgData name="Yaara Aldema" userId="0dceeade-2e6c-492b-8940-d2681331bf29" providerId="ADAL" clId="{6BE1E555-D308-46AD-A600-D0E1C9D67078}" dt="2025-03-29T09:12:38.469" v="133"/>
          <ac:spMkLst>
            <pc:docMk/>
            <pc:sldMk cId="3364555018" sldId="1620"/>
            <ac:spMk id="94" creationId="{A700120E-06FF-13A2-49FD-9146D3C39683}"/>
          </ac:spMkLst>
        </pc:spChg>
        <pc:spChg chg="mod">
          <ac:chgData name="Yaara Aldema" userId="0dceeade-2e6c-492b-8940-d2681331bf29" providerId="ADAL" clId="{6BE1E555-D308-46AD-A600-D0E1C9D67078}" dt="2025-03-29T09:12:38.469" v="133"/>
          <ac:spMkLst>
            <pc:docMk/>
            <pc:sldMk cId="3364555018" sldId="1620"/>
            <ac:spMk id="100" creationId="{39862AEF-8A73-2E4A-6DDD-4CECDD6F9ED0}"/>
          </ac:spMkLst>
        </pc:spChg>
        <pc:spChg chg="add mod">
          <ac:chgData name="Yaara Aldema" userId="0dceeade-2e6c-492b-8940-d2681331bf29" providerId="ADAL" clId="{6BE1E555-D308-46AD-A600-D0E1C9D67078}" dt="2025-03-29T09:30:38.596" v="735" actId="20577"/>
          <ac:spMkLst>
            <pc:docMk/>
            <pc:sldMk cId="3364555018" sldId="1620"/>
            <ac:spMk id="101" creationId="{581ED622-357D-CE77-AF3E-1D3C0B4E69A5}"/>
          </ac:spMkLst>
        </pc:spChg>
        <pc:spChg chg="add mod">
          <ac:chgData name="Yaara Aldema" userId="0dceeade-2e6c-492b-8940-d2681331bf29" providerId="ADAL" clId="{6BE1E555-D308-46AD-A600-D0E1C9D67078}" dt="2025-03-30T05:49:13.272" v="852" actId="20577"/>
          <ac:spMkLst>
            <pc:docMk/>
            <pc:sldMk cId="3364555018" sldId="1620"/>
            <ac:spMk id="102" creationId="{C432B6E4-E1C5-A98A-0DEA-88730BC36525}"/>
          </ac:spMkLst>
        </pc:spChg>
        <pc:spChg chg="add mod">
          <ac:chgData name="Yaara Aldema" userId="0dceeade-2e6c-492b-8940-d2681331bf29" providerId="ADAL" clId="{6BE1E555-D308-46AD-A600-D0E1C9D67078}" dt="2025-03-29T09:33:38.583" v="789" actId="20577"/>
          <ac:spMkLst>
            <pc:docMk/>
            <pc:sldMk cId="3364555018" sldId="1620"/>
            <ac:spMk id="103" creationId="{B4F702D1-04A6-E5F5-5E26-13871EAA0D40}"/>
          </ac:spMkLst>
        </pc:spChg>
        <pc:spChg chg="add mod">
          <ac:chgData name="Yaara Aldema" userId="0dceeade-2e6c-492b-8940-d2681331bf29" providerId="ADAL" clId="{6BE1E555-D308-46AD-A600-D0E1C9D67078}" dt="2025-03-29T09:33:31.937" v="787" actId="20577"/>
          <ac:spMkLst>
            <pc:docMk/>
            <pc:sldMk cId="3364555018" sldId="1620"/>
            <ac:spMk id="104" creationId="{055B77BA-5D79-4DBE-C393-FC79C57950DD}"/>
          </ac:spMkLst>
        </pc:spChg>
        <pc:spChg chg="add mod">
          <ac:chgData name="Yaara Aldema" userId="0dceeade-2e6c-492b-8940-d2681331bf29" providerId="ADAL" clId="{6BE1E555-D308-46AD-A600-D0E1C9D67078}" dt="2025-03-29T09:34:08.060" v="798" actId="20577"/>
          <ac:spMkLst>
            <pc:docMk/>
            <pc:sldMk cId="3364555018" sldId="1620"/>
            <ac:spMk id="105" creationId="{AC8CE59B-3C16-9758-B527-113C133C73E4}"/>
          </ac:spMkLst>
        </pc:spChg>
        <pc:spChg chg="add mod">
          <ac:chgData name="Yaara Aldema" userId="0dceeade-2e6c-492b-8940-d2681331bf29" providerId="ADAL" clId="{6BE1E555-D308-46AD-A600-D0E1C9D67078}" dt="2025-03-29T09:34:23.594" v="799" actId="207"/>
          <ac:spMkLst>
            <pc:docMk/>
            <pc:sldMk cId="3364555018" sldId="1620"/>
            <ac:spMk id="106" creationId="{D28C5C7D-54D5-EDAC-785C-2A0A2A20B8DB}"/>
          </ac:spMkLst>
        </pc:spChg>
        <pc:grpChg chg="del">
          <ac:chgData name="Yaara Aldema" userId="0dceeade-2e6c-492b-8940-d2681331bf29" providerId="ADAL" clId="{6BE1E555-D308-46AD-A600-D0E1C9D67078}" dt="2025-03-29T09:06:30.980" v="1" actId="478"/>
          <ac:grpSpMkLst>
            <pc:docMk/>
            <pc:sldMk cId="3364555018" sldId="1620"/>
            <ac:grpSpMk id="6" creationId="{2CAA4CF3-4B4F-4064-9238-9BE10793A22C}"/>
          </ac:grpSpMkLst>
        </pc:grpChg>
        <pc:grpChg chg="del">
          <ac:chgData name="Yaara Aldema" userId="0dceeade-2e6c-492b-8940-d2681331bf29" providerId="ADAL" clId="{6BE1E555-D308-46AD-A600-D0E1C9D67078}" dt="2025-03-29T09:06:42.930" v="7" actId="478"/>
          <ac:grpSpMkLst>
            <pc:docMk/>
            <pc:sldMk cId="3364555018" sldId="1620"/>
            <ac:grpSpMk id="9" creationId="{6AEF94B5-BC4A-0858-A8F5-7CF4391CD3C1}"/>
          </ac:grpSpMkLst>
        </pc:grpChg>
        <pc:grpChg chg="del topLvl">
          <ac:chgData name="Yaara Aldema" userId="0dceeade-2e6c-492b-8940-d2681331bf29" providerId="ADAL" clId="{6BE1E555-D308-46AD-A600-D0E1C9D67078}" dt="2025-03-29T09:06:43.780" v="8" actId="478"/>
          <ac:grpSpMkLst>
            <pc:docMk/>
            <pc:sldMk cId="3364555018" sldId="1620"/>
            <ac:grpSpMk id="10" creationId="{CA698B92-F06A-0B0B-4AA0-50B9F571CF88}"/>
          </ac:grpSpMkLst>
        </pc:grpChg>
        <pc:picChg chg="del">
          <ac:chgData name="Yaara Aldema" userId="0dceeade-2e6c-492b-8940-d2681331bf29" providerId="ADAL" clId="{6BE1E555-D308-46AD-A600-D0E1C9D67078}" dt="2025-03-29T09:06:47.664" v="10" actId="478"/>
          <ac:picMkLst>
            <pc:docMk/>
            <pc:sldMk cId="3364555018" sldId="1620"/>
            <ac:picMk id="15" creationId="{28E43D16-046F-31F7-34A5-85AAC3B2AFAA}"/>
          </ac:picMkLst>
        </pc:picChg>
        <pc:picChg chg="del">
          <ac:chgData name="Yaara Aldema" userId="0dceeade-2e6c-492b-8940-d2681331bf29" providerId="ADAL" clId="{6BE1E555-D308-46AD-A600-D0E1C9D67078}" dt="2025-03-29T09:06:32.617" v="2" actId="478"/>
          <ac:picMkLst>
            <pc:docMk/>
            <pc:sldMk cId="3364555018" sldId="1620"/>
            <ac:picMk id="17" creationId="{FCF9F4A6-4EE9-5E9B-FFF4-419A35B8C461}"/>
          </ac:picMkLst>
        </pc:picChg>
        <pc:picChg chg="del">
          <ac:chgData name="Yaara Aldema" userId="0dceeade-2e6c-492b-8940-d2681331bf29" providerId="ADAL" clId="{6BE1E555-D308-46AD-A600-D0E1C9D67078}" dt="2025-03-29T09:06:35.278" v="3" actId="478"/>
          <ac:picMkLst>
            <pc:docMk/>
            <pc:sldMk cId="3364555018" sldId="1620"/>
            <ac:picMk id="19" creationId="{35D0B60F-E13A-6971-CB6D-00B459052F35}"/>
          </ac:picMkLst>
        </pc:picChg>
        <pc:picChg chg="add mod">
          <ac:chgData name="Yaara Aldema" userId="0dceeade-2e6c-492b-8940-d2681331bf29" providerId="ADAL" clId="{6BE1E555-D308-46AD-A600-D0E1C9D67078}" dt="2025-03-29T09:34:38.757" v="802" actId="1076"/>
          <ac:picMkLst>
            <pc:docMk/>
            <pc:sldMk cId="3364555018" sldId="1620"/>
            <ac:picMk id="59" creationId="{7ACFE43F-3E9A-E953-AA7D-C4D905DD8715}"/>
          </ac:picMkLst>
        </pc:picChg>
        <pc:picChg chg="add mod">
          <ac:chgData name="Yaara Aldema" userId="0dceeade-2e6c-492b-8940-d2681331bf29" providerId="ADAL" clId="{6BE1E555-D308-46AD-A600-D0E1C9D67078}" dt="2025-03-29T09:31:37.098" v="751" actId="1076"/>
          <ac:picMkLst>
            <pc:docMk/>
            <pc:sldMk cId="3364555018" sldId="1620"/>
            <ac:picMk id="107" creationId="{B5F903B7-ADB5-EEF6-4C2C-3EB05C04CB4C}"/>
          </ac:picMkLst>
        </pc:picChg>
        <pc:picChg chg="add mod">
          <ac:chgData name="Yaara Aldema" userId="0dceeade-2e6c-492b-8940-d2681331bf29" providerId="ADAL" clId="{6BE1E555-D308-46AD-A600-D0E1C9D67078}" dt="2025-03-29T09:31:17.116" v="747" actId="1076"/>
          <ac:picMkLst>
            <pc:docMk/>
            <pc:sldMk cId="3364555018" sldId="1620"/>
            <ac:picMk id="108" creationId="{A5665BA5-0E3F-A124-4409-C2913E1B4A2C}"/>
          </ac:picMkLst>
        </pc:picChg>
        <pc:picChg chg="add mod">
          <ac:chgData name="Yaara Aldema" userId="0dceeade-2e6c-492b-8940-d2681331bf29" providerId="ADAL" clId="{6BE1E555-D308-46AD-A600-D0E1C9D67078}" dt="2025-03-29T09:31:09.507" v="746" actId="1076"/>
          <ac:picMkLst>
            <pc:docMk/>
            <pc:sldMk cId="3364555018" sldId="1620"/>
            <ac:picMk id="109" creationId="{0ED01813-11AF-1FF4-FC6A-B4B1E4F3244B}"/>
          </ac:picMkLst>
        </pc:picChg>
        <pc:picChg chg="add mod">
          <ac:chgData name="Yaara Aldema" userId="0dceeade-2e6c-492b-8940-d2681331bf29" providerId="ADAL" clId="{6BE1E555-D308-46AD-A600-D0E1C9D67078}" dt="2025-03-29T09:33:36.823" v="788" actId="1076"/>
          <ac:picMkLst>
            <pc:docMk/>
            <pc:sldMk cId="3364555018" sldId="1620"/>
            <ac:picMk id="111" creationId="{685F4CF4-1066-1E87-18C1-909D7149B913}"/>
          </ac:picMkLst>
        </pc:picChg>
        <pc:picChg chg="add mod">
          <ac:chgData name="Yaara Aldema" userId="0dceeade-2e6c-492b-8940-d2681331bf29" providerId="ADAL" clId="{6BE1E555-D308-46AD-A600-D0E1C9D67078}" dt="2025-03-29T09:33:27.484" v="782" actId="208"/>
          <ac:picMkLst>
            <pc:docMk/>
            <pc:sldMk cId="3364555018" sldId="1620"/>
            <ac:picMk id="113" creationId="{9D65297F-97A3-3B64-F5C9-C062530C12A0}"/>
          </ac:picMkLst>
        </pc:picChg>
        <pc:picChg chg="add mod">
          <ac:chgData name="Yaara Aldema" userId="0dceeade-2e6c-492b-8940-d2681331bf29" providerId="ADAL" clId="{6BE1E555-D308-46AD-A600-D0E1C9D67078}" dt="2025-03-29T09:34:04.621" v="794" actId="1076"/>
          <ac:picMkLst>
            <pc:docMk/>
            <pc:sldMk cId="3364555018" sldId="1620"/>
            <ac:picMk id="115" creationId="{659AE04F-52CD-F9A3-9129-1785AC78A675}"/>
          </ac:picMkLst>
        </pc:picChg>
      </pc:sldChg>
      <pc:sldChg chg="new del">
        <pc:chgData name="Yaara Aldema" userId="0dceeade-2e6c-492b-8940-d2681331bf29" providerId="ADAL" clId="{6BE1E555-D308-46AD-A600-D0E1C9D67078}" dt="2025-03-30T06:43:23.689" v="854" actId="47"/>
        <pc:sldMkLst>
          <pc:docMk/>
          <pc:sldMk cId="1798340139" sldId="1621"/>
        </pc:sldMkLst>
      </pc:sldChg>
      <pc:sldChg chg="del">
        <pc:chgData name="Yaara Aldema" userId="0dceeade-2e6c-492b-8940-d2681331bf29" providerId="ADAL" clId="{6BE1E555-D308-46AD-A600-D0E1C9D67078}" dt="2025-03-29T09:06:28.390" v="0" actId="47"/>
        <pc:sldMkLst>
          <pc:docMk/>
          <pc:sldMk cId="3391325810" sldId="1622"/>
        </pc:sldMkLst>
      </pc:sldChg>
      <pc:sldMasterChg chg="modSldLayout">
        <pc:chgData name="Yaara Aldema" userId="0dceeade-2e6c-492b-8940-d2681331bf29" providerId="ADAL" clId="{6BE1E555-D308-46AD-A600-D0E1C9D67078}" dt="2025-03-29T09:25:21.852" v="631" actId="478"/>
        <pc:sldMasterMkLst>
          <pc:docMk/>
          <pc:sldMasterMk cId="1057448119" sldId="2147483686"/>
        </pc:sldMasterMkLst>
        <pc:sldLayoutChg chg="delSp mod">
          <pc:chgData name="Yaara Aldema" userId="0dceeade-2e6c-492b-8940-d2681331bf29" providerId="ADAL" clId="{6BE1E555-D308-46AD-A600-D0E1C9D67078}" dt="2025-03-29T09:25:17.112" v="630" actId="478"/>
          <pc:sldLayoutMkLst>
            <pc:docMk/>
            <pc:sldMasterMk cId="1057448119" sldId="2147483686"/>
            <pc:sldLayoutMk cId="1247965723" sldId="2147483688"/>
          </pc:sldLayoutMkLst>
          <pc:spChg chg="del">
            <ac:chgData name="Yaara Aldema" userId="0dceeade-2e6c-492b-8940-d2681331bf29" providerId="ADAL" clId="{6BE1E555-D308-46AD-A600-D0E1C9D67078}" dt="2025-03-29T09:25:17.112" v="630" actId="478"/>
            <ac:spMkLst>
              <pc:docMk/>
              <pc:sldMasterMk cId="1057448119" sldId="2147483686"/>
              <pc:sldLayoutMk cId="1247965723" sldId="2147483688"/>
              <ac:spMk id="20" creationId="{8F2EF30D-518B-402E-8EE1-46C0D3D03B6A}"/>
            </ac:spMkLst>
          </pc:spChg>
          <pc:spChg chg="del">
            <ac:chgData name="Yaara Aldema" userId="0dceeade-2e6c-492b-8940-d2681331bf29" providerId="ADAL" clId="{6BE1E555-D308-46AD-A600-D0E1C9D67078}" dt="2025-03-29T09:25:14.943" v="629" actId="478"/>
            <ac:spMkLst>
              <pc:docMk/>
              <pc:sldMasterMk cId="1057448119" sldId="2147483686"/>
              <pc:sldLayoutMk cId="1247965723" sldId="2147483688"/>
              <ac:spMk id="22" creationId="{A48B39B2-1455-41E4-9401-BEFB7B5EF6FE}"/>
            </ac:spMkLst>
          </pc:spChg>
        </pc:sldLayoutChg>
        <pc:sldLayoutChg chg="delSp mod">
          <pc:chgData name="Yaara Aldema" userId="0dceeade-2e6c-492b-8940-d2681331bf29" providerId="ADAL" clId="{6BE1E555-D308-46AD-A600-D0E1C9D67078}" dt="2025-03-29T09:25:21.852" v="631" actId="478"/>
          <pc:sldLayoutMkLst>
            <pc:docMk/>
            <pc:sldMasterMk cId="1057448119" sldId="2147483686"/>
            <pc:sldLayoutMk cId="1315069224" sldId="2147483689"/>
          </pc:sldLayoutMkLst>
          <pc:spChg chg="del">
            <ac:chgData name="Yaara Aldema" userId="0dceeade-2e6c-492b-8940-d2681331bf29" providerId="ADAL" clId="{6BE1E555-D308-46AD-A600-D0E1C9D67078}" dt="2025-03-29T09:25:21.852" v="631" actId="478"/>
            <ac:spMkLst>
              <pc:docMk/>
              <pc:sldMasterMk cId="1057448119" sldId="2147483686"/>
              <pc:sldLayoutMk cId="1315069224" sldId="2147483689"/>
              <ac:spMk id="24" creationId="{B0B22854-EB4B-4116-B45C-07A5BE648B18}"/>
            </ac:spMkLst>
          </pc:spChg>
          <pc:spChg chg="del">
            <ac:chgData name="Yaara Aldema" userId="0dceeade-2e6c-492b-8940-d2681331bf29" providerId="ADAL" clId="{6BE1E555-D308-46AD-A600-D0E1C9D67078}" dt="2025-03-29T09:24:21.129" v="628" actId="478"/>
            <ac:spMkLst>
              <pc:docMk/>
              <pc:sldMasterMk cId="1057448119" sldId="2147483686"/>
              <pc:sldLayoutMk cId="1315069224" sldId="2147483689"/>
              <ac:spMk id="25" creationId="{A5E1ADCD-0434-4839-B368-527BF0943E07}"/>
            </ac:spMkLst>
          </pc:spChg>
        </pc:sldLayoutChg>
      </pc:sldMasterChg>
      <pc:sldMasterChg chg="del delSldLayout">
        <pc:chgData name="Yaara Aldema" userId="0dceeade-2e6c-492b-8940-d2681331bf29" providerId="ADAL" clId="{6BE1E555-D308-46AD-A600-D0E1C9D67078}" dt="2025-03-29T09:06:28.390" v="0" actId="47"/>
        <pc:sldMasterMkLst>
          <pc:docMk/>
          <pc:sldMasterMk cId="2417297580" sldId="2147483700"/>
        </pc:sldMasterMkLst>
        <pc:sldLayoutChg chg="del">
          <pc:chgData name="Yaara Aldema" userId="0dceeade-2e6c-492b-8940-d2681331bf29" providerId="ADAL" clId="{6BE1E555-D308-46AD-A600-D0E1C9D67078}" dt="2025-03-29T09:06:28.390" v="0" actId="47"/>
          <pc:sldLayoutMkLst>
            <pc:docMk/>
            <pc:sldMasterMk cId="2417297580" sldId="2147483700"/>
            <pc:sldLayoutMk cId="1167466670" sldId="2147483701"/>
          </pc:sldLayoutMkLst>
        </pc:sldLayoutChg>
        <pc:sldLayoutChg chg="del">
          <pc:chgData name="Yaara Aldema" userId="0dceeade-2e6c-492b-8940-d2681331bf29" providerId="ADAL" clId="{6BE1E555-D308-46AD-A600-D0E1C9D67078}" dt="2025-03-29T09:06:28.390" v="0" actId="47"/>
          <pc:sldLayoutMkLst>
            <pc:docMk/>
            <pc:sldMasterMk cId="2417297580" sldId="2147483700"/>
            <pc:sldLayoutMk cId="1466669153" sldId="2147483702"/>
          </pc:sldLayoutMkLst>
        </pc:sldLayoutChg>
        <pc:sldLayoutChg chg="del">
          <pc:chgData name="Yaara Aldema" userId="0dceeade-2e6c-492b-8940-d2681331bf29" providerId="ADAL" clId="{6BE1E555-D308-46AD-A600-D0E1C9D67078}" dt="2025-03-29T09:06:28.390" v="0" actId="47"/>
          <pc:sldLayoutMkLst>
            <pc:docMk/>
            <pc:sldMasterMk cId="2417297580" sldId="2147483700"/>
            <pc:sldLayoutMk cId="1690207142" sldId="2147483703"/>
          </pc:sldLayoutMkLst>
        </pc:sldLayoutChg>
        <pc:sldLayoutChg chg="del">
          <pc:chgData name="Yaara Aldema" userId="0dceeade-2e6c-492b-8940-d2681331bf29" providerId="ADAL" clId="{6BE1E555-D308-46AD-A600-D0E1C9D67078}" dt="2025-03-29T09:06:28.390" v="0" actId="47"/>
          <pc:sldLayoutMkLst>
            <pc:docMk/>
            <pc:sldMasterMk cId="2417297580" sldId="2147483700"/>
            <pc:sldLayoutMk cId="3123648926" sldId="2147483704"/>
          </pc:sldLayoutMkLst>
        </pc:sldLayoutChg>
        <pc:sldLayoutChg chg="del">
          <pc:chgData name="Yaara Aldema" userId="0dceeade-2e6c-492b-8940-d2681331bf29" providerId="ADAL" clId="{6BE1E555-D308-46AD-A600-D0E1C9D67078}" dt="2025-03-29T09:06:28.390" v="0" actId="47"/>
          <pc:sldLayoutMkLst>
            <pc:docMk/>
            <pc:sldMasterMk cId="2417297580" sldId="2147483700"/>
            <pc:sldLayoutMk cId="3984879434" sldId="2147483705"/>
          </pc:sldLayoutMkLst>
        </pc:sldLayoutChg>
        <pc:sldLayoutChg chg="del">
          <pc:chgData name="Yaara Aldema" userId="0dceeade-2e6c-492b-8940-d2681331bf29" providerId="ADAL" clId="{6BE1E555-D308-46AD-A600-D0E1C9D67078}" dt="2025-03-29T09:06:28.390" v="0" actId="47"/>
          <pc:sldLayoutMkLst>
            <pc:docMk/>
            <pc:sldMasterMk cId="2417297580" sldId="2147483700"/>
            <pc:sldLayoutMk cId="1003841362" sldId="2147483706"/>
          </pc:sldLayoutMkLst>
        </pc:sldLayoutChg>
        <pc:sldLayoutChg chg="del">
          <pc:chgData name="Yaara Aldema" userId="0dceeade-2e6c-492b-8940-d2681331bf29" providerId="ADAL" clId="{6BE1E555-D308-46AD-A600-D0E1C9D67078}" dt="2025-03-29T09:06:28.390" v="0" actId="47"/>
          <pc:sldLayoutMkLst>
            <pc:docMk/>
            <pc:sldMasterMk cId="2417297580" sldId="2147483700"/>
            <pc:sldLayoutMk cId="4257362428" sldId="2147483707"/>
          </pc:sldLayoutMkLst>
        </pc:sldLayoutChg>
        <pc:sldLayoutChg chg="del">
          <pc:chgData name="Yaara Aldema" userId="0dceeade-2e6c-492b-8940-d2681331bf29" providerId="ADAL" clId="{6BE1E555-D308-46AD-A600-D0E1C9D67078}" dt="2025-03-29T09:06:28.390" v="0" actId="47"/>
          <pc:sldLayoutMkLst>
            <pc:docMk/>
            <pc:sldMasterMk cId="2417297580" sldId="2147483700"/>
            <pc:sldLayoutMk cId="3037468650" sldId="2147483708"/>
          </pc:sldLayoutMkLst>
        </pc:sldLayoutChg>
        <pc:sldLayoutChg chg="del">
          <pc:chgData name="Yaara Aldema" userId="0dceeade-2e6c-492b-8940-d2681331bf29" providerId="ADAL" clId="{6BE1E555-D308-46AD-A600-D0E1C9D67078}" dt="2025-03-29T09:06:28.390" v="0" actId="47"/>
          <pc:sldLayoutMkLst>
            <pc:docMk/>
            <pc:sldMasterMk cId="2417297580" sldId="2147483700"/>
            <pc:sldLayoutMk cId="3058266425" sldId="2147483709"/>
          </pc:sldLayoutMkLst>
        </pc:sldLayoutChg>
        <pc:sldLayoutChg chg="del">
          <pc:chgData name="Yaara Aldema" userId="0dceeade-2e6c-492b-8940-d2681331bf29" providerId="ADAL" clId="{6BE1E555-D308-46AD-A600-D0E1C9D67078}" dt="2025-03-29T09:06:28.390" v="0" actId="47"/>
          <pc:sldLayoutMkLst>
            <pc:docMk/>
            <pc:sldMasterMk cId="2417297580" sldId="2147483700"/>
            <pc:sldLayoutMk cId="1024247602" sldId="2147483710"/>
          </pc:sldLayoutMkLst>
        </pc:sldLayoutChg>
        <pc:sldLayoutChg chg="del">
          <pc:chgData name="Yaara Aldema" userId="0dceeade-2e6c-492b-8940-d2681331bf29" providerId="ADAL" clId="{6BE1E555-D308-46AD-A600-D0E1C9D67078}" dt="2025-03-29T09:06:28.390" v="0" actId="47"/>
          <pc:sldLayoutMkLst>
            <pc:docMk/>
            <pc:sldMasterMk cId="2417297580" sldId="2147483700"/>
            <pc:sldLayoutMk cId="1865848687" sldId="2147483711"/>
          </pc:sldLayoutMkLst>
        </pc:sldLayoutChg>
        <pc:sldLayoutChg chg="del">
          <pc:chgData name="Yaara Aldema" userId="0dceeade-2e6c-492b-8940-d2681331bf29" providerId="ADAL" clId="{6BE1E555-D308-46AD-A600-D0E1C9D67078}" dt="2025-03-29T09:06:28.390" v="0" actId="47"/>
          <pc:sldLayoutMkLst>
            <pc:docMk/>
            <pc:sldMasterMk cId="2417297580" sldId="2147483700"/>
            <pc:sldLayoutMk cId="1984828422" sldId="2147483712"/>
          </pc:sldLayoutMkLst>
        </pc:sldLayoutChg>
        <pc:sldLayoutChg chg="del">
          <pc:chgData name="Yaara Aldema" userId="0dceeade-2e6c-492b-8940-d2681331bf29" providerId="ADAL" clId="{6BE1E555-D308-46AD-A600-D0E1C9D67078}" dt="2025-03-29T09:06:28.390" v="0" actId="47"/>
          <pc:sldLayoutMkLst>
            <pc:docMk/>
            <pc:sldMasterMk cId="2417297580" sldId="2147483700"/>
            <pc:sldLayoutMk cId="1399173294" sldId="2147483713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21870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17BC067A-D097-45FC-B18C-9A962397A7FB}" type="datetimeFigureOut">
              <a:rPr lang="he-IL" smtClean="0"/>
              <a:t>א'/ניסן/תשפ"ה</a:t>
            </a:fld>
            <a:endParaRPr lang="he-IL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2560638" y="1143000"/>
            <a:ext cx="17367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he-IL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26E74D33-4369-4780-BA95-7E88835F111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843359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0804" y="888076"/>
            <a:ext cx="5736392" cy="446092"/>
          </a:xfrm>
        </p:spPr>
        <p:txBody>
          <a:bodyPr>
            <a:noAutofit/>
          </a:bodyPr>
          <a:lstStyle>
            <a:lvl1pPr algn="r" rtl="1">
              <a:defRPr sz="1559">
                <a:solidFill>
                  <a:srgbClr val="F9A13A"/>
                </a:solidFill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  <a:endParaRPr lang="he-I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0804" y="1419828"/>
            <a:ext cx="5736392" cy="9846597"/>
          </a:xfrm>
        </p:spPr>
        <p:txBody>
          <a:bodyPr>
            <a:normAutofit/>
          </a:bodyPr>
          <a:lstStyle>
            <a:lvl1pPr marL="158081" indent="-158081" algn="r" rtl="1">
              <a:spcBef>
                <a:spcPts val="520"/>
              </a:spcBef>
              <a:spcAft>
                <a:spcPts val="1039"/>
              </a:spcAft>
              <a:buClr>
                <a:srgbClr val="91CCF2"/>
              </a:buClr>
              <a:defRPr sz="952">
                <a:solidFill>
                  <a:schemeClr val="tx1">
                    <a:lumMod val="75000"/>
                    <a:lumOff val="25000"/>
                  </a:schemeClr>
                </a:solidFill>
                <a:cs typeface="+mn-cs"/>
              </a:defRPr>
            </a:lvl1pPr>
            <a:lvl2pPr marL="384893" indent="-226812" algn="r" rtl="1">
              <a:spcBef>
                <a:spcPts val="520"/>
              </a:spcBef>
              <a:spcAft>
                <a:spcPts val="1039"/>
              </a:spcAft>
              <a:buClr>
                <a:srgbClr val="1373B2"/>
              </a:buClr>
              <a:buSzPct val="70000"/>
              <a:buFont typeface="Wingdings" panose="05000000000000000000" pitchFamily="2" charset="2"/>
              <a:buChar char="§"/>
              <a:tabLst/>
              <a:defRPr sz="952">
                <a:solidFill>
                  <a:schemeClr val="tx1">
                    <a:lumMod val="75000"/>
                    <a:lumOff val="25000"/>
                  </a:schemeClr>
                </a:solidFill>
                <a:cs typeface="+mn-cs"/>
              </a:defRPr>
            </a:lvl2pPr>
            <a:lvl3pPr marL="544348" indent="-159455" algn="r" rtl="1">
              <a:spcBef>
                <a:spcPts val="520"/>
              </a:spcBef>
              <a:spcAft>
                <a:spcPts val="1039"/>
              </a:spcAft>
              <a:buClr>
                <a:srgbClr val="91CCF2"/>
              </a:buClr>
              <a:defRPr sz="952">
                <a:solidFill>
                  <a:schemeClr val="tx1">
                    <a:lumMod val="75000"/>
                    <a:lumOff val="25000"/>
                  </a:schemeClr>
                </a:solidFill>
                <a:cs typeface="+mn-cs"/>
              </a:defRPr>
            </a:lvl3pPr>
            <a:lvl4pPr marL="695556" indent="-151208" algn="r" rtl="1">
              <a:spcBef>
                <a:spcPts val="520"/>
              </a:spcBef>
              <a:spcAft>
                <a:spcPts val="1039"/>
              </a:spcAft>
              <a:defRPr sz="952">
                <a:solidFill>
                  <a:schemeClr val="tx1">
                    <a:lumMod val="75000"/>
                    <a:lumOff val="25000"/>
                  </a:schemeClr>
                </a:solidFill>
                <a:cs typeface="+mn-cs"/>
              </a:defRPr>
            </a:lvl4pPr>
            <a:lvl5pPr>
              <a:defRPr sz="866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F95BBA33-DEC9-4FFD-9F56-AB35D653DD00}"/>
              </a:ext>
            </a:extLst>
          </p:cNvPr>
          <p:cNvGrpSpPr/>
          <p:nvPr userDrawn="1"/>
        </p:nvGrpSpPr>
        <p:grpSpPr>
          <a:xfrm>
            <a:off x="0" y="2"/>
            <a:ext cx="6858000" cy="12192000"/>
            <a:chOff x="0" y="0"/>
            <a:chExt cx="7920038" cy="11052175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232B7B71-B97E-4E0B-BF8A-30045A398AA6}"/>
                </a:ext>
              </a:extLst>
            </p:cNvPr>
            <p:cNvCxnSpPr/>
            <p:nvPr userDrawn="1"/>
          </p:nvCxnSpPr>
          <p:spPr>
            <a:xfrm>
              <a:off x="7830038" y="180087"/>
              <a:ext cx="90000" cy="0"/>
            </a:xfrm>
            <a:prstGeom prst="line">
              <a:avLst/>
            </a:prstGeom>
            <a:ln>
              <a:solidFill>
                <a:schemeClr val="bg2">
                  <a:lumMod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9EF57697-39FA-4D31-BAE3-508CB4F0D178}"/>
                </a:ext>
              </a:extLst>
            </p:cNvPr>
            <p:cNvCxnSpPr/>
            <p:nvPr userDrawn="1"/>
          </p:nvCxnSpPr>
          <p:spPr>
            <a:xfrm>
              <a:off x="180019" y="0"/>
              <a:ext cx="0" cy="90000"/>
            </a:xfrm>
            <a:prstGeom prst="line">
              <a:avLst/>
            </a:prstGeom>
            <a:ln>
              <a:solidFill>
                <a:schemeClr val="bg2">
                  <a:lumMod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F6E0A26B-B1F1-4174-9AE4-6B614874501C}"/>
                </a:ext>
              </a:extLst>
            </p:cNvPr>
            <p:cNvCxnSpPr/>
            <p:nvPr userDrawn="1"/>
          </p:nvCxnSpPr>
          <p:spPr>
            <a:xfrm>
              <a:off x="180019" y="10962175"/>
              <a:ext cx="0" cy="90000"/>
            </a:xfrm>
            <a:prstGeom prst="line">
              <a:avLst/>
            </a:prstGeom>
            <a:ln>
              <a:solidFill>
                <a:schemeClr val="bg2">
                  <a:lumMod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EFCF44EB-0796-4F17-AFC9-DBF1A9906191}"/>
                </a:ext>
              </a:extLst>
            </p:cNvPr>
            <p:cNvCxnSpPr/>
            <p:nvPr userDrawn="1"/>
          </p:nvCxnSpPr>
          <p:spPr>
            <a:xfrm>
              <a:off x="7740019" y="0"/>
              <a:ext cx="0" cy="90000"/>
            </a:xfrm>
            <a:prstGeom prst="line">
              <a:avLst/>
            </a:prstGeom>
            <a:ln>
              <a:solidFill>
                <a:schemeClr val="bg2">
                  <a:lumMod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304C459D-AE34-4784-92BC-8DEC7E8FE50A}"/>
                </a:ext>
              </a:extLst>
            </p:cNvPr>
            <p:cNvCxnSpPr/>
            <p:nvPr userDrawn="1"/>
          </p:nvCxnSpPr>
          <p:spPr>
            <a:xfrm>
              <a:off x="7740019" y="10962175"/>
              <a:ext cx="0" cy="90000"/>
            </a:xfrm>
            <a:prstGeom prst="line">
              <a:avLst/>
            </a:prstGeom>
            <a:ln>
              <a:solidFill>
                <a:schemeClr val="bg2">
                  <a:lumMod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82812C4-253F-4AC4-A4CD-5695E8F24230}"/>
                </a:ext>
              </a:extLst>
            </p:cNvPr>
            <p:cNvCxnSpPr/>
            <p:nvPr userDrawn="1"/>
          </p:nvCxnSpPr>
          <p:spPr>
            <a:xfrm>
              <a:off x="0" y="180087"/>
              <a:ext cx="90000" cy="0"/>
            </a:xfrm>
            <a:prstGeom prst="line">
              <a:avLst/>
            </a:prstGeom>
            <a:ln>
              <a:solidFill>
                <a:schemeClr val="bg2">
                  <a:lumMod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BDCD1A5D-005A-42DD-A58D-F1E3D2139CFA}"/>
                </a:ext>
              </a:extLst>
            </p:cNvPr>
            <p:cNvCxnSpPr/>
            <p:nvPr userDrawn="1"/>
          </p:nvCxnSpPr>
          <p:spPr>
            <a:xfrm>
              <a:off x="0" y="10872087"/>
              <a:ext cx="90000" cy="0"/>
            </a:xfrm>
            <a:prstGeom prst="line">
              <a:avLst/>
            </a:prstGeom>
            <a:ln>
              <a:solidFill>
                <a:schemeClr val="bg2">
                  <a:lumMod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D3F32588-11B3-4885-ADFE-9357CB8FF664}"/>
                </a:ext>
              </a:extLst>
            </p:cNvPr>
            <p:cNvCxnSpPr/>
            <p:nvPr userDrawn="1"/>
          </p:nvCxnSpPr>
          <p:spPr>
            <a:xfrm>
              <a:off x="7830038" y="10872087"/>
              <a:ext cx="90000" cy="0"/>
            </a:xfrm>
            <a:prstGeom prst="line">
              <a:avLst/>
            </a:prstGeom>
            <a:ln>
              <a:solidFill>
                <a:schemeClr val="bg2">
                  <a:lumMod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47965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1123" y="888076"/>
            <a:ext cx="5735754" cy="446092"/>
          </a:xfrm>
        </p:spPr>
        <p:txBody>
          <a:bodyPr>
            <a:noAutofit/>
          </a:bodyPr>
          <a:lstStyle>
            <a:lvl1pPr algn="r" rtl="1">
              <a:defRPr sz="1559">
                <a:solidFill>
                  <a:srgbClr val="F9A13A"/>
                </a:solidFill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  <a:endParaRPr lang="he-I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1123" y="1419828"/>
            <a:ext cx="5735754" cy="9846597"/>
          </a:xfrm>
        </p:spPr>
        <p:txBody>
          <a:bodyPr>
            <a:normAutofit/>
          </a:bodyPr>
          <a:lstStyle>
            <a:lvl1pPr marL="158081" indent="-158081" algn="r" rtl="1">
              <a:spcBef>
                <a:spcPts val="520"/>
              </a:spcBef>
              <a:spcAft>
                <a:spcPts val="1039"/>
              </a:spcAft>
              <a:buClr>
                <a:srgbClr val="91CCF2"/>
              </a:buClr>
              <a:defRPr sz="952">
                <a:solidFill>
                  <a:schemeClr val="tx1">
                    <a:lumMod val="75000"/>
                    <a:lumOff val="25000"/>
                  </a:schemeClr>
                </a:solidFill>
                <a:cs typeface="+mn-cs"/>
              </a:defRPr>
            </a:lvl1pPr>
            <a:lvl2pPr marL="384893" indent="-226812" algn="r" rtl="1">
              <a:spcBef>
                <a:spcPts val="520"/>
              </a:spcBef>
              <a:spcAft>
                <a:spcPts val="1039"/>
              </a:spcAft>
              <a:buClr>
                <a:srgbClr val="1373B2"/>
              </a:buClr>
              <a:buSzPct val="70000"/>
              <a:buFont typeface="Wingdings" panose="05000000000000000000" pitchFamily="2" charset="2"/>
              <a:buChar char="§"/>
              <a:tabLst/>
              <a:defRPr sz="952">
                <a:solidFill>
                  <a:schemeClr val="tx1">
                    <a:lumMod val="75000"/>
                    <a:lumOff val="25000"/>
                  </a:schemeClr>
                </a:solidFill>
                <a:cs typeface="+mn-cs"/>
              </a:defRPr>
            </a:lvl2pPr>
            <a:lvl3pPr marL="544348" indent="-159455" algn="r" rtl="1">
              <a:spcBef>
                <a:spcPts val="520"/>
              </a:spcBef>
              <a:spcAft>
                <a:spcPts val="1039"/>
              </a:spcAft>
              <a:buClr>
                <a:srgbClr val="91CCF2"/>
              </a:buClr>
              <a:defRPr sz="952">
                <a:solidFill>
                  <a:schemeClr val="tx1">
                    <a:lumMod val="75000"/>
                    <a:lumOff val="25000"/>
                  </a:schemeClr>
                </a:solidFill>
                <a:cs typeface="+mn-cs"/>
              </a:defRPr>
            </a:lvl3pPr>
            <a:lvl4pPr marL="695556" indent="-151208" algn="r" rtl="1">
              <a:spcBef>
                <a:spcPts val="520"/>
              </a:spcBef>
              <a:spcAft>
                <a:spcPts val="1039"/>
              </a:spcAft>
              <a:defRPr sz="952">
                <a:solidFill>
                  <a:schemeClr val="tx1">
                    <a:lumMod val="75000"/>
                    <a:lumOff val="25000"/>
                  </a:schemeClr>
                </a:solidFill>
                <a:cs typeface="+mn-cs"/>
              </a:defRPr>
            </a:lvl4pPr>
            <a:lvl5pPr>
              <a:defRPr sz="866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F95BBA33-DEC9-4FFD-9F56-AB35D653DD00}"/>
              </a:ext>
            </a:extLst>
          </p:cNvPr>
          <p:cNvGrpSpPr/>
          <p:nvPr userDrawn="1"/>
        </p:nvGrpSpPr>
        <p:grpSpPr>
          <a:xfrm>
            <a:off x="0" y="2"/>
            <a:ext cx="6858000" cy="12192000"/>
            <a:chOff x="0" y="0"/>
            <a:chExt cx="7920038" cy="11052175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232B7B71-B97E-4E0B-BF8A-30045A398AA6}"/>
                </a:ext>
              </a:extLst>
            </p:cNvPr>
            <p:cNvCxnSpPr/>
            <p:nvPr userDrawn="1"/>
          </p:nvCxnSpPr>
          <p:spPr>
            <a:xfrm>
              <a:off x="7830038" y="180087"/>
              <a:ext cx="90000" cy="0"/>
            </a:xfrm>
            <a:prstGeom prst="line">
              <a:avLst/>
            </a:prstGeom>
            <a:ln>
              <a:solidFill>
                <a:schemeClr val="bg2">
                  <a:lumMod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9EF57697-39FA-4D31-BAE3-508CB4F0D178}"/>
                </a:ext>
              </a:extLst>
            </p:cNvPr>
            <p:cNvCxnSpPr/>
            <p:nvPr userDrawn="1"/>
          </p:nvCxnSpPr>
          <p:spPr>
            <a:xfrm>
              <a:off x="180019" y="0"/>
              <a:ext cx="0" cy="90000"/>
            </a:xfrm>
            <a:prstGeom prst="line">
              <a:avLst/>
            </a:prstGeom>
            <a:ln>
              <a:solidFill>
                <a:schemeClr val="bg2">
                  <a:lumMod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F6E0A26B-B1F1-4174-9AE4-6B614874501C}"/>
                </a:ext>
              </a:extLst>
            </p:cNvPr>
            <p:cNvCxnSpPr/>
            <p:nvPr userDrawn="1"/>
          </p:nvCxnSpPr>
          <p:spPr>
            <a:xfrm>
              <a:off x="180019" y="10962175"/>
              <a:ext cx="0" cy="90000"/>
            </a:xfrm>
            <a:prstGeom prst="line">
              <a:avLst/>
            </a:prstGeom>
            <a:ln>
              <a:solidFill>
                <a:schemeClr val="bg2">
                  <a:lumMod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EFCF44EB-0796-4F17-AFC9-DBF1A9906191}"/>
                </a:ext>
              </a:extLst>
            </p:cNvPr>
            <p:cNvCxnSpPr/>
            <p:nvPr userDrawn="1"/>
          </p:nvCxnSpPr>
          <p:spPr>
            <a:xfrm>
              <a:off x="7740019" y="0"/>
              <a:ext cx="0" cy="90000"/>
            </a:xfrm>
            <a:prstGeom prst="line">
              <a:avLst/>
            </a:prstGeom>
            <a:ln>
              <a:solidFill>
                <a:schemeClr val="bg2">
                  <a:lumMod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304C459D-AE34-4784-92BC-8DEC7E8FE50A}"/>
                </a:ext>
              </a:extLst>
            </p:cNvPr>
            <p:cNvCxnSpPr/>
            <p:nvPr userDrawn="1"/>
          </p:nvCxnSpPr>
          <p:spPr>
            <a:xfrm>
              <a:off x="7740019" y="10962175"/>
              <a:ext cx="0" cy="90000"/>
            </a:xfrm>
            <a:prstGeom prst="line">
              <a:avLst/>
            </a:prstGeom>
            <a:ln>
              <a:solidFill>
                <a:schemeClr val="bg2">
                  <a:lumMod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82812C4-253F-4AC4-A4CD-5695E8F24230}"/>
                </a:ext>
              </a:extLst>
            </p:cNvPr>
            <p:cNvCxnSpPr/>
            <p:nvPr userDrawn="1"/>
          </p:nvCxnSpPr>
          <p:spPr>
            <a:xfrm>
              <a:off x="0" y="180087"/>
              <a:ext cx="90000" cy="0"/>
            </a:xfrm>
            <a:prstGeom prst="line">
              <a:avLst/>
            </a:prstGeom>
            <a:ln>
              <a:solidFill>
                <a:schemeClr val="bg2">
                  <a:lumMod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BDCD1A5D-005A-42DD-A58D-F1E3D2139CFA}"/>
                </a:ext>
              </a:extLst>
            </p:cNvPr>
            <p:cNvCxnSpPr/>
            <p:nvPr userDrawn="1"/>
          </p:nvCxnSpPr>
          <p:spPr>
            <a:xfrm>
              <a:off x="0" y="10872087"/>
              <a:ext cx="90000" cy="0"/>
            </a:xfrm>
            <a:prstGeom prst="line">
              <a:avLst/>
            </a:prstGeom>
            <a:ln>
              <a:solidFill>
                <a:schemeClr val="bg2">
                  <a:lumMod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D3F32588-11B3-4885-ADFE-9357CB8FF664}"/>
                </a:ext>
              </a:extLst>
            </p:cNvPr>
            <p:cNvCxnSpPr/>
            <p:nvPr userDrawn="1"/>
          </p:nvCxnSpPr>
          <p:spPr>
            <a:xfrm>
              <a:off x="7830038" y="10872087"/>
              <a:ext cx="90000" cy="0"/>
            </a:xfrm>
            <a:prstGeom prst="line">
              <a:avLst/>
            </a:prstGeom>
            <a:ln>
              <a:solidFill>
                <a:schemeClr val="bg2">
                  <a:lumMod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15069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488245"/>
            <a:ext cx="6172200" cy="2032000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844803"/>
            <a:ext cx="6172200" cy="8046157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14900" y="11300181"/>
            <a:ext cx="1600200" cy="649110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03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11300181"/>
            <a:ext cx="2171700" cy="649110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03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he-IL"/>
              <a:t>יערה אלדמע | פסיכולוגית תעסוקתית מומחית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42901" y="11300181"/>
            <a:ext cx="1600200" cy="649110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03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5BA4A4-508E-48C8-88FC-A4EB8FF43BC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574481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  <p:txStyles>
    <p:titleStyle>
      <a:lvl1pPr algn="ctr" defTabSz="791779" rtl="1" eaLnBrk="1" latinLnBrk="0" hangingPunct="1">
        <a:spcBef>
          <a:spcPct val="0"/>
        </a:spcBef>
        <a:buNone/>
        <a:defRPr sz="381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917" indent="-296917" algn="r" defTabSz="791779" rtl="1" eaLnBrk="1" latinLnBrk="0" hangingPunct="1">
        <a:spcBef>
          <a:spcPct val="20000"/>
        </a:spcBef>
        <a:buFont typeface="Arial" panose="020B0604020202020204" pitchFamily="34" charset="0"/>
        <a:buChar char="•"/>
        <a:defRPr sz="2771" kern="1200">
          <a:solidFill>
            <a:schemeClr val="tx1"/>
          </a:solidFill>
          <a:latin typeface="+mn-lt"/>
          <a:ea typeface="+mn-ea"/>
          <a:cs typeface="+mn-cs"/>
        </a:defRPr>
      </a:lvl1pPr>
      <a:lvl2pPr marL="643320" indent="-247431" algn="r" defTabSz="791779" rtl="1" eaLnBrk="1" latinLnBrk="0" hangingPunct="1">
        <a:spcBef>
          <a:spcPct val="20000"/>
        </a:spcBef>
        <a:buFont typeface="Arial" panose="020B0604020202020204" pitchFamily="34" charset="0"/>
        <a:buChar char="–"/>
        <a:defRPr sz="2425" kern="1200">
          <a:solidFill>
            <a:schemeClr val="tx1"/>
          </a:solidFill>
          <a:latin typeface="+mn-lt"/>
          <a:ea typeface="+mn-ea"/>
          <a:cs typeface="+mn-cs"/>
        </a:defRPr>
      </a:lvl2pPr>
      <a:lvl3pPr marL="989724" indent="-197945" algn="r" defTabSz="791779" rtl="1" eaLnBrk="1" latinLnBrk="0" hangingPunct="1">
        <a:spcBef>
          <a:spcPct val="20000"/>
        </a:spcBef>
        <a:buFont typeface="Arial" panose="020B0604020202020204" pitchFamily="34" charset="0"/>
        <a:buChar char="•"/>
        <a:defRPr sz="2078" kern="1200">
          <a:solidFill>
            <a:schemeClr val="tx1"/>
          </a:solidFill>
          <a:latin typeface="+mn-lt"/>
          <a:ea typeface="+mn-ea"/>
          <a:cs typeface="+mn-cs"/>
        </a:defRPr>
      </a:lvl3pPr>
      <a:lvl4pPr marL="1385613" indent="-197945" algn="r" defTabSz="791779" rtl="1" eaLnBrk="1" latinLnBrk="0" hangingPunct="1">
        <a:spcBef>
          <a:spcPct val="20000"/>
        </a:spcBef>
        <a:buFont typeface="Arial" panose="020B0604020202020204" pitchFamily="34" charset="0"/>
        <a:buChar char="–"/>
        <a:defRPr sz="1732" kern="1200">
          <a:solidFill>
            <a:schemeClr val="tx1"/>
          </a:solidFill>
          <a:latin typeface="+mn-lt"/>
          <a:ea typeface="+mn-ea"/>
          <a:cs typeface="+mn-cs"/>
        </a:defRPr>
      </a:lvl4pPr>
      <a:lvl5pPr marL="1781503" indent="-197945" algn="r" defTabSz="791779" rtl="1" eaLnBrk="1" latinLnBrk="0" hangingPunct="1">
        <a:spcBef>
          <a:spcPct val="20000"/>
        </a:spcBef>
        <a:buFont typeface="Arial" panose="020B0604020202020204" pitchFamily="34" charset="0"/>
        <a:buChar char="»"/>
        <a:defRPr sz="1732" kern="1200">
          <a:solidFill>
            <a:schemeClr val="tx1"/>
          </a:solidFill>
          <a:latin typeface="+mn-lt"/>
          <a:ea typeface="+mn-ea"/>
          <a:cs typeface="+mn-cs"/>
        </a:defRPr>
      </a:lvl5pPr>
      <a:lvl6pPr marL="2177392" indent="-197945" algn="r" defTabSz="791779" rtl="1" eaLnBrk="1" latinLnBrk="0" hangingPunct="1">
        <a:spcBef>
          <a:spcPct val="20000"/>
        </a:spcBef>
        <a:buFont typeface="Arial" panose="020B0604020202020204" pitchFamily="34" charset="0"/>
        <a:buChar char="•"/>
        <a:defRPr sz="1732" kern="1200">
          <a:solidFill>
            <a:schemeClr val="tx1"/>
          </a:solidFill>
          <a:latin typeface="+mn-lt"/>
          <a:ea typeface="+mn-ea"/>
          <a:cs typeface="+mn-cs"/>
        </a:defRPr>
      </a:lvl6pPr>
      <a:lvl7pPr marL="2573282" indent="-197945" algn="r" defTabSz="791779" rtl="1" eaLnBrk="1" latinLnBrk="0" hangingPunct="1">
        <a:spcBef>
          <a:spcPct val="20000"/>
        </a:spcBef>
        <a:buFont typeface="Arial" panose="020B0604020202020204" pitchFamily="34" charset="0"/>
        <a:buChar char="•"/>
        <a:defRPr sz="1732" kern="1200">
          <a:solidFill>
            <a:schemeClr val="tx1"/>
          </a:solidFill>
          <a:latin typeface="+mn-lt"/>
          <a:ea typeface="+mn-ea"/>
          <a:cs typeface="+mn-cs"/>
        </a:defRPr>
      </a:lvl7pPr>
      <a:lvl8pPr marL="2969171" indent="-197945" algn="r" defTabSz="791779" rtl="1" eaLnBrk="1" latinLnBrk="0" hangingPunct="1">
        <a:spcBef>
          <a:spcPct val="20000"/>
        </a:spcBef>
        <a:buFont typeface="Arial" panose="020B0604020202020204" pitchFamily="34" charset="0"/>
        <a:buChar char="•"/>
        <a:defRPr sz="1732" kern="1200">
          <a:solidFill>
            <a:schemeClr val="tx1"/>
          </a:solidFill>
          <a:latin typeface="+mn-lt"/>
          <a:ea typeface="+mn-ea"/>
          <a:cs typeface="+mn-cs"/>
        </a:defRPr>
      </a:lvl8pPr>
      <a:lvl9pPr marL="3365061" indent="-197945" algn="r" defTabSz="791779" rtl="1" eaLnBrk="1" latinLnBrk="0" hangingPunct="1">
        <a:spcBef>
          <a:spcPct val="20000"/>
        </a:spcBef>
        <a:buFont typeface="Arial" panose="020B0604020202020204" pitchFamily="34" charset="0"/>
        <a:buChar char="•"/>
        <a:defRPr sz="173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791779" rtl="1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1pPr>
      <a:lvl2pPr marL="395889" algn="r" defTabSz="791779" rtl="1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2pPr>
      <a:lvl3pPr marL="791779" algn="r" defTabSz="791779" rtl="1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3pPr>
      <a:lvl4pPr marL="1187668" algn="r" defTabSz="791779" rtl="1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4pPr>
      <a:lvl5pPr marL="1583558" algn="r" defTabSz="791779" rtl="1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5pPr>
      <a:lvl6pPr marL="1979447" algn="r" defTabSz="791779" rtl="1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6pPr>
      <a:lvl7pPr marL="2375337" algn="r" defTabSz="791779" rtl="1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7pPr>
      <a:lvl8pPr marL="2771226" algn="r" defTabSz="791779" rtl="1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8pPr>
      <a:lvl9pPr marL="3167116" algn="r" defTabSz="791779" rtl="1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Relationship Id="rId14" Type="http://schemas.openxmlformats.org/officeDocument/2006/relationships/image" Target="../media/image1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תיבת טקסט 17">
            <a:extLst>
              <a:ext uri="{FF2B5EF4-FFF2-40B4-BE49-F238E27FC236}">
                <a16:creationId xmlns:a16="http://schemas.microsoft.com/office/drawing/2014/main" id="{21DC118F-A6E9-D6CC-7D9C-5C9EA2E60E45}"/>
              </a:ext>
            </a:extLst>
          </p:cNvPr>
          <p:cNvSpPr txBox="1"/>
          <p:nvPr/>
        </p:nvSpPr>
        <p:spPr>
          <a:xfrm>
            <a:off x="1189409" y="637275"/>
            <a:ext cx="4479182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1">
            <a:spAutoFit/>
          </a:bodyPr>
          <a:lstStyle/>
          <a:p>
            <a:pPr algn="ctr" defTabSz="914400" rtl="1">
              <a:defRPr/>
            </a:pPr>
            <a:r>
              <a:rPr lang="he-IL" sz="2000" b="1" dirty="0">
                <a:latin typeface="Calibri" panose="020F0502020204030204" pitchFamily="34" charset="0"/>
                <a:cs typeface="Calibri" panose="020F0502020204030204" pitchFamily="34" charset="0"/>
              </a:rPr>
              <a:t>- - - מפת הקריירה שלי - - -</a:t>
            </a:r>
          </a:p>
        </p:txBody>
      </p:sp>
      <p:sp>
        <p:nvSpPr>
          <p:cNvPr id="2" name="מלבן 1">
            <a:extLst>
              <a:ext uri="{FF2B5EF4-FFF2-40B4-BE49-F238E27FC236}">
                <a16:creationId xmlns:a16="http://schemas.microsoft.com/office/drawing/2014/main" id="{F34CF8F4-A323-47B2-3690-3E3B8FF713A8}"/>
              </a:ext>
            </a:extLst>
          </p:cNvPr>
          <p:cNvSpPr/>
          <p:nvPr/>
        </p:nvSpPr>
        <p:spPr>
          <a:xfrm>
            <a:off x="4254366" y="11536469"/>
            <a:ext cx="760396" cy="35877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/>
          </a:p>
        </p:txBody>
      </p:sp>
      <p:pic>
        <p:nvPicPr>
          <p:cNvPr id="59" name="תמונה 58">
            <a:extLst>
              <a:ext uri="{FF2B5EF4-FFF2-40B4-BE49-F238E27FC236}">
                <a16:creationId xmlns:a16="http://schemas.microsoft.com/office/drawing/2014/main" id="{7ACFE43F-3E9A-E953-AA7D-C4D905DD87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7776" y="189985"/>
            <a:ext cx="1405664" cy="1294690"/>
          </a:xfrm>
          <a:prstGeom prst="rect">
            <a:avLst/>
          </a:prstGeom>
        </p:spPr>
      </p:pic>
      <p:sp>
        <p:nvSpPr>
          <p:cNvPr id="60" name="תיבת טקסט 59">
            <a:extLst>
              <a:ext uri="{FF2B5EF4-FFF2-40B4-BE49-F238E27FC236}">
                <a16:creationId xmlns:a16="http://schemas.microsoft.com/office/drawing/2014/main" id="{D57BD824-7896-AE28-EDA9-258E294E499A}"/>
              </a:ext>
            </a:extLst>
          </p:cNvPr>
          <p:cNvSpPr txBox="1"/>
          <p:nvPr/>
        </p:nvSpPr>
        <p:spPr>
          <a:xfrm>
            <a:off x="400050" y="1740297"/>
            <a:ext cx="6148128" cy="1461939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1">
            <a:spAutoFit/>
          </a:bodyPr>
          <a:lstStyle/>
          <a:p>
            <a:pPr algn="r" rtl="1"/>
            <a:r>
              <a:rPr lang="he-IL" sz="1700" b="1" dirty="0">
                <a:latin typeface="Calibri" panose="020F0502020204030204" pitchFamily="34" charset="0"/>
                <a:cs typeface="Calibri" panose="020F0502020204030204" pitchFamily="34" charset="0"/>
              </a:rPr>
              <a:t>     </a:t>
            </a:r>
            <a:r>
              <a:rPr lang="he-IL" sz="1600" b="1" dirty="0">
                <a:latin typeface="Calibri" panose="020F0502020204030204" pitchFamily="34" charset="0"/>
                <a:cs typeface="Calibri" panose="020F0502020204030204" pitchFamily="34" charset="0"/>
              </a:rPr>
              <a:t>מה אני רוצה? </a:t>
            </a:r>
            <a:r>
              <a:rPr lang="he-IL" sz="1600" dirty="0">
                <a:latin typeface="Calibri" panose="020F0502020204030204" pitchFamily="34" charset="0"/>
                <a:cs typeface="Calibri" panose="020F0502020204030204" pitchFamily="34" charset="0"/>
              </a:rPr>
              <a:t>נטיות תעסוקתיות, ערכים וצרכים, מה מניע אותי, מצבי 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FLOW</a:t>
            </a:r>
            <a:endParaRPr lang="he-IL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r" rtl="1"/>
            <a:endParaRPr lang="he-IL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r" rtl="1"/>
            <a:endParaRPr lang="he-IL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r" rtl="1"/>
            <a:endParaRPr lang="he-IL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r" rtl="1"/>
            <a:endParaRPr lang="he-IL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1" name="תיבת טקסט 100">
            <a:extLst>
              <a:ext uri="{FF2B5EF4-FFF2-40B4-BE49-F238E27FC236}">
                <a16:creationId xmlns:a16="http://schemas.microsoft.com/office/drawing/2014/main" id="{581ED622-357D-CE77-AF3E-1D3C0B4E69A5}"/>
              </a:ext>
            </a:extLst>
          </p:cNvPr>
          <p:cNvSpPr txBox="1"/>
          <p:nvPr/>
        </p:nvSpPr>
        <p:spPr>
          <a:xfrm>
            <a:off x="400050" y="3534339"/>
            <a:ext cx="6148128" cy="1477328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1">
            <a:spAutoFit/>
          </a:bodyPr>
          <a:lstStyle/>
          <a:p>
            <a:pPr algn="r" rtl="1"/>
            <a:r>
              <a:rPr lang="he-IL" sz="1700" b="1" dirty="0">
                <a:latin typeface="Calibri" panose="020F0502020204030204" pitchFamily="34" charset="0"/>
                <a:cs typeface="Calibri" panose="020F0502020204030204" pitchFamily="34" charset="0"/>
              </a:rPr>
              <a:t>      מה החוזקות שלי? </a:t>
            </a:r>
            <a:r>
              <a:rPr lang="he-IL" sz="1700" dirty="0">
                <a:latin typeface="Calibri" panose="020F0502020204030204" pitchFamily="34" charset="0"/>
                <a:cs typeface="Calibri" panose="020F0502020204030204" pitchFamily="34" charset="0"/>
              </a:rPr>
              <a:t>כישורים ויכולות, ידע, ניסיון</a:t>
            </a:r>
          </a:p>
          <a:p>
            <a:pPr algn="r" rtl="1"/>
            <a:endParaRPr lang="he-IL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r" rtl="1"/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r" rtl="1"/>
            <a:r>
              <a:rPr lang="he-IL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algn="r" rtl="1"/>
            <a:endParaRPr lang="he-IL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2" name="תיבת טקסט 101">
            <a:extLst>
              <a:ext uri="{FF2B5EF4-FFF2-40B4-BE49-F238E27FC236}">
                <a16:creationId xmlns:a16="http://schemas.microsoft.com/office/drawing/2014/main" id="{C432B6E4-E1C5-A98A-0DEA-88730BC36525}"/>
              </a:ext>
            </a:extLst>
          </p:cNvPr>
          <p:cNvSpPr txBox="1"/>
          <p:nvPr/>
        </p:nvSpPr>
        <p:spPr>
          <a:xfrm>
            <a:off x="439593" y="5426008"/>
            <a:ext cx="6108585" cy="1200329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1">
            <a:spAutoFit/>
          </a:bodyPr>
          <a:lstStyle/>
          <a:p>
            <a:pPr algn="r" rtl="1"/>
            <a:r>
              <a:rPr lang="he-IL" sz="1700" b="1" dirty="0">
                <a:latin typeface="Calibri" panose="020F0502020204030204" pitchFamily="34" charset="0"/>
                <a:cs typeface="Calibri" panose="020F0502020204030204" pitchFamily="34" charset="0"/>
              </a:rPr>
              <a:t>       איזה סביבת עבודה מתאימה לי? </a:t>
            </a:r>
            <a:r>
              <a:rPr lang="he-IL" sz="1700" dirty="0">
                <a:latin typeface="Calibri" panose="020F0502020204030204" pitchFamily="34" charset="0"/>
                <a:cs typeface="Calibri" panose="020F0502020204030204" pitchFamily="34" charset="0"/>
              </a:rPr>
              <a:t>סוג ארגון, גודל, מגזר, תנאי העסקה</a:t>
            </a:r>
          </a:p>
          <a:p>
            <a:pPr algn="r" rtl="1"/>
            <a:endParaRPr lang="he-IL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r" rtl="1"/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r" rtl="1"/>
            <a:endParaRPr lang="he-IL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3" name="תיבת טקסט 102">
            <a:extLst>
              <a:ext uri="{FF2B5EF4-FFF2-40B4-BE49-F238E27FC236}">
                <a16:creationId xmlns:a16="http://schemas.microsoft.com/office/drawing/2014/main" id="{B4F702D1-04A6-E5F5-5E26-13871EAA0D40}"/>
              </a:ext>
            </a:extLst>
          </p:cNvPr>
          <p:cNvSpPr txBox="1"/>
          <p:nvPr/>
        </p:nvSpPr>
        <p:spPr>
          <a:xfrm>
            <a:off x="3607464" y="7040678"/>
            <a:ext cx="2940714" cy="2585323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1">
            <a:spAutoFit/>
          </a:bodyPr>
          <a:lstStyle/>
          <a:p>
            <a:pPr algn="r" rtl="1"/>
            <a:r>
              <a:rPr lang="he-IL" b="1" dirty="0">
                <a:latin typeface="Calibri" panose="020F0502020204030204" pitchFamily="34" charset="0"/>
                <a:cs typeface="Calibri" panose="020F0502020204030204" pitchFamily="34" charset="0"/>
              </a:rPr>
              <a:t>       כיוונים ותפקידים אפשריים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endParaRPr lang="he-IL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r" rtl="1"/>
            <a:endParaRPr lang="he-IL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r" rtl="1"/>
            <a:endParaRPr lang="he-IL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r" rtl="1"/>
            <a:endParaRPr lang="he-IL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r" rtl="1"/>
            <a:endParaRPr lang="he-IL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r" rtl="1"/>
            <a:endParaRPr lang="he-IL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r" rtl="1"/>
            <a:endParaRPr lang="he-IL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r" rtl="1"/>
            <a:endParaRPr lang="he-IL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4" name="תיבת טקסט 103">
            <a:extLst>
              <a:ext uri="{FF2B5EF4-FFF2-40B4-BE49-F238E27FC236}">
                <a16:creationId xmlns:a16="http://schemas.microsoft.com/office/drawing/2014/main" id="{055B77BA-5D79-4DBE-C393-FC79C57950DD}"/>
              </a:ext>
            </a:extLst>
          </p:cNvPr>
          <p:cNvSpPr txBox="1"/>
          <p:nvPr/>
        </p:nvSpPr>
        <p:spPr>
          <a:xfrm>
            <a:off x="439593" y="7040677"/>
            <a:ext cx="2881573" cy="2585323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1">
            <a:spAutoFit/>
          </a:bodyPr>
          <a:lstStyle/>
          <a:p>
            <a:pPr algn="r" rtl="1"/>
            <a:r>
              <a:rPr lang="he-IL" b="1" dirty="0">
                <a:latin typeface="Calibri" panose="020F0502020204030204" pitchFamily="34" charset="0"/>
                <a:cs typeface="Calibri" panose="020F0502020204030204" pitchFamily="34" charset="0"/>
              </a:rPr>
              <a:t>        דילמות ואתגרים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endParaRPr lang="he-IL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r" rtl="1"/>
            <a:endParaRPr lang="he-IL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r" rtl="1"/>
            <a:endParaRPr lang="he-IL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r" rtl="1"/>
            <a:endParaRPr lang="he-IL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r" rtl="1"/>
            <a:endParaRPr lang="he-IL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r" rtl="1"/>
            <a:endParaRPr lang="he-IL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r" rtl="1"/>
            <a:endParaRPr lang="he-IL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r" rtl="1"/>
            <a:endParaRPr lang="he-IL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5" name="תיבת טקסט 104">
            <a:extLst>
              <a:ext uri="{FF2B5EF4-FFF2-40B4-BE49-F238E27FC236}">
                <a16:creationId xmlns:a16="http://schemas.microsoft.com/office/drawing/2014/main" id="{AC8CE59B-3C16-9758-B527-113C133C73E4}"/>
              </a:ext>
            </a:extLst>
          </p:cNvPr>
          <p:cNvSpPr txBox="1"/>
          <p:nvPr/>
        </p:nvSpPr>
        <p:spPr>
          <a:xfrm>
            <a:off x="439593" y="10035168"/>
            <a:ext cx="6076825" cy="1200329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1">
            <a:spAutoFit/>
          </a:bodyPr>
          <a:lstStyle/>
          <a:p>
            <a:pPr algn="r" rtl="1"/>
            <a:r>
              <a:rPr lang="he-IL" b="1" dirty="0">
                <a:latin typeface="Calibri" panose="020F0502020204030204" pitchFamily="34" charset="0"/>
                <a:cs typeface="Calibri" panose="020F0502020204030204" pitchFamily="34" charset="0"/>
              </a:rPr>
              <a:t>      משימות ונושאים לבדיקה: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endParaRPr 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r" rtl="1"/>
            <a:endParaRPr 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r" rtl="1"/>
            <a:endParaRPr lang="he-IL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6" name="תיבת טקסט 105">
            <a:extLst>
              <a:ext uri="{FF2B5EF4-FFF2-40B4-BE49-F238E27FC236}">
                <a16:creationId xmlns:a16="http://schemas.microsoft.com/office/drawing/2014/main" id="{D28C5C7D-54D5-EDAC-785C-2A0A2A20B8DB}"/>
              </a:ext>
            </a:extLst>
          </p:cNvPr>
          <p:cNvSpPr txBox="1"/>
          <p:nvPr/>
        </p:nvSpPr>
        <p:spPr>
          <a:xfrm>
            <a:off x="439593" y="11525913"/>
            <a:ext cx="5111015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 algn="r" rtl="1">
              <a:buFont typeface="Calibri" panose="020F0502020204030204" pitchFamily="34" charset="0"/>
              <a:buChar char="©"/>
            </a:pPr>
            <a:r>
              <a:rPr lang="he-IL" dirty="0">
                <a:latin typeface="Calibri" panose="020F0502020204030204" pitchFamily="34" charset="0"/>
                <a:cs typeface="Calibri" panose="020F0502020204030204" pitchFamily="34" charset="0"/>
              </a:rPr>
              <a:t>יערה אלדמע | פסיכולוגית תעסוקתית מומחית</a:t>
            </a:r>
          </a:p>
        </p:txBody>
      </p:sp>
      <p:pic>
        <p:nvPicPr>
          <p:cNvPr id="107" name="Graphic 4" descr="Heart outline">
            <a:extLst>
              <a:ext uri="{FF2B5EF4-FFF2-40B4-BE49-F238E27FC236}">
                <a16:creationId xmlns:a16="http://schemas.microsoft.com/office/drawing/2014/main" id="{B5F903B7-ADB5-EEF6-4C2C-3EB05C04CB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01844" y="1743431"/>
            <a:ext cx="314574" cy="314574"/>
          </a:xfrm>
          <a:prstGeom prst="rect">
            <a:avLst/>
          </a:prstGeom>
        </p:spPr>
      </p:pic>
      <p:pic>
        <p:nvPicPr>
          <p:cNvPr id="108" name="Graphic 2" descr="Body builder outline">
            <a:extLst>
              <a:ext uri="{FF2B5EF4-FFF2-40B4-BE49-F238E27FC236}">
                <a16:creationId xmlns:a16="http://schemas.microsoft.com/office/drawing/2014/main" id="{A5665BA5-0E3F-A124-4409-C2913E1B4A2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55040" y="3580768"/>
            <a:ext cx="338603" cy="338603"/>
          </a:xfrm>
          <a:prstGeom prst="rect">
            <a:avLst/>
          </a:prstGeom>
        </p:spPr>
      </p:pic>
      <p:pic>
        <p:nvPicPr>
          <p:cNvPr id="109" name="Graphic 8" descr="Puzzle pieces outline">
            <a:extLst>
              <a:ext uri="{FF2B5EF4-FFF2-40B4-BE49-F238E27FC236}">
                <a16:creationId xmlns:a16="http://schemas.microsoft.com/office/drawing/2014/main" id="{0ED01813-11AF-1FF4-FC6A-B4B1E4F3244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66394" y="5420834"/>
            <a:ext cx="361444" cy="361444"/>
          </a:xfrm>
          <a:prstGeom prst="rect">
            <a:avLst/>
          </a:prstGeom>
        </p:spPr>
      </p:pic>
      <p:pic>
        <p:nvPicPr>
          <p:cNvPr id="111" name="גרפיקה 110" descr="מצפן קו מיתאר">
            <a:extLst>
              <a:ext uri="{FF2B5EF4-FFF2-40B4-BE49-F238E27FC236}">
                <a16:creationId xmlns:a16="http://schemas.microsoft.com/office/drawing/2014/main" id="{685F4CF4-1066-1E87-18C1-909D7149B91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155040" y="7084552"/>
            <a:ext cx="335280" cy="335280"/>
          </a:xfrm>
          <a:prstGeom prst="rect">
            <a:avLst/>
          </a:prstGeom>
        </p:spPr>
      </p:pic>
      <p:pic>
        <p:nvPicPr>
          <p:cNvPr id="113" name="גרפיקה 112" descr="משוכה קו מיתאר">
            <a:extLst>
              <a:ext uri="{FF2B5EF4-FFF2-40B4-BE49-F238E27FC236}">
                <a16:creationId xmlns:a16="http://schemas.microsoft.com/office/drawing/2014/main" id="{9D65297F-97A3-3B64-F5C9-C062530C12A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833250" y="7089863"/>
            <a:ext cx="420710" cy="420710"/>
          </a:xfrm>
          <a:prstGeom prst="rect">
            <a:avLst/>
          </a:prstGeom>
        </p:spPr>
      </p:pic>
      <p:pic>
        <p:nvPicPr>
          <p:cNvPr id="115" name="גרפיקה 114" descr="לוח עם פריטים מסומנים ב- v קו מיתאר">
            <a:extLst>
              <a:ext uri="{FF2B5EF4-FFF2-40B4-BE49-F238E27FC236}">
                <a16:creationId xmlns:a16="http://schemas.microsoft.com/office/drawing/2014/main" id="{659AE04F-52CD-F9A3-9129-1785AC78A675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140954" y="10099203"/>
            <a:ext cx="349366" cy="349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4555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DEA86615C29C54CABE2E9B2241991D3" ma:contentTypeVersion="4" ma:contentTypeDescription="Create a new document." ma:contentTypeScope="" ma:versionID="362f29a85e021307fcd17203ea8a83ef">
  <xsd:schema xmlns:xsd="http://www.w3.org/2001/XMLSchema" xmlns:xs="http://www.w3.org/2001/XMLSchema" xmlns:p="http://schemas.microsoft.com/office/2006/metadata/properties" xmlns:ns2="de11151f-5953-4bef-94b7-a0bf2c8ece1f" targetNamespace="http://schemas.microsoft.com/office/2006/metadata/properties" ma:root="true" ma:fieldsID="c1b1b6e13d8c0fba499902d971253408" ns2:_="">
    <xsd:import namespace="de11151f-5953-4bef-94b7-a0bf2c8ece1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e11151f-5953-4bef-94b7-a0bf2c8ece1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39D4349-86B9-4E17-A331-D752482E539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E9A7A20-A0FD-4BEE-B7DC-A5784B5010F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e11151f-5953-4bef-94b7-a0bf2c8ece1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CEE3737-69CD-4DD9-9076-8B50BD96EF5A}">
  <ds:schemaRefs>
    <ds:schemaRef ds:uri="http://schemas.microsoft.com/office/2006/metadata/properties"/>
    <ds:schemaRef ds:uri="de11151f-5953-4bef-94b7-a0bf2c8ece1f"/>
    <ds:schemaRef ds:uri="http://www.w3.org/XML/1998/namespace"/>
    <ds:schemaRef ds:uri="http://schemas.microsoft.com/office/2006/documentManagement/types"/>
    <ds:schemaRef ds:uri="http://purl.org/dc/dcmitype/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526</TotalTime>
  <Words>72</Words>
  <Application>Microsoft Office PowerPoint</Application>
  <PresentationFormat>מסך רחב</PresentationFormat>
  <Paragraphs>27</Paragraphs>
  <Slides>1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</vt:i4>
      </vt:variant>
    </vt:vector>
  </HeadingPairs>
  <TitlesOfParts>
    <vt:vector size="5" baseType="lpstr">
      <vt:lpstr>Arial</vt:lpstr>
      <vt:lpstr>Calibri</vt:lpstr>
      <vt:lpstr>Wingdings</vt:lpstr>
      <vt:lpstr>2_Office Theme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creator>Yaara Aldema</dc:creator>
  <cp:lastModifiedBy>Yaara Aldema</cp:lastModifiedBy>
  <cp:revision>4</cp:revision>
  <dcterms:created xsi:type="dcterms:W3CDTF">2024-02-10T14:38:21Z</dcterms:created>
  <dcterms:modified xsi:type="dcterms:W3CDTF">2025-03-30T06:43:24Z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0x0101009DEA86615C29C54CABE2E9B2241991D3</vt:lpwstr>
  </property>
</Properties>
</file>